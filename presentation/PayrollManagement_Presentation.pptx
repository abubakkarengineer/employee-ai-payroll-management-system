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2F6A"/>
          </a:solidFill>
          <a:ln w="12700">
            <a:solidFill>
              <a:srgbClr val="162F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1D3A80"/>
          </a:solidFill>
          <a:ln w="12700">
            <a:solidFill>
              <a:srgbClr val="1D3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6400800" cy="662940"/>
          </a:xfrm>
          <a:prstGeom prst="rect">
            <a:avLst/>
          </a:prstGeom>
          <a:solidFill>
            <a:srgbClr val="162F6A"/>
          </a:solidFill>
          <a:ln w="12700">
            <a:solidFill>
              <a:srgbClr val="162F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0080"/>
            <a:ext cx="2011680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COLLEGE PROJECT 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1556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Payroll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to automate employee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processing, leave management &amp; PDF payslip generation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V.S.B. Engineering College, Karur  ·  Reg. 2023  ·  Computer Science &amp; Engineering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💼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858000" y="23774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 Stack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A0B4D4"/>
                </a:solidFill>
              </a:rPr>
              <a:t>React · Bootstrap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A0B4D4"/>
                </a:solidFill>
              </a:rPr>
              <a:t>Java · Spring Boot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A0B4D4"/>
                </a:solidFill>
              </a:rPr>
              <a:t>PostgreSQL · JWT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457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" y="868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BCE"/>
                </a:solidFill>
              </a:rPr>
              <a:t>Jun 01 – Jun 06, 2025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34440" y="17373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1945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6517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31089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35661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40233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201168"/>
            <a:ext cx="60350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0" y="201168"/>
            <a:ext cx="54864" cy="6858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310896"/>
            <a:ext cx="658368" cy="475488"/>
          </a:xfrm>
          <a:prstGeom prst="rect">
            <a:avLst/>
          </a:prstGeom>
          <a:solidFill>
            <a:srgbClr val="EFF6FF">
              <a:alpha val="80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31089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Jun 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0" y="256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 Finalization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5669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Monday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0840" y="512064"/>
            <a:ext cx="27432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474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Approved Project Title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0" y="996696"/>
            <a:ext cx="6035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0" y="996696"/>
            <a:ext cx="54864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63240" y="1106424"/>
            <a:ext cx="658368" cy="475488"/>
          </a:xfrm>
          <a:prstGeom prst="rect">
            <a:avLst/>
          </a:prstGeom>
          <a:solidFill>
            <a:srgbClr val="EFF6FF">
              <a:alpha val="8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63240" y="110642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Jun 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0" y="1051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0" y="13624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Tuesday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20840" y="1307592"/>
            <a:ext cx="2743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11430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Problem Statement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26080" y="1792224"/>
            <a:ext cx="60350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926080" y="1792224"/>
            <a:ext cx="54864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63240" y="1901952"/>
            <a:ext cx="658368" cy="475488"/>
          </a:xfrm>
          <a:prstGeom prst="rect">
            <a:avLst/>
          </a:prstGeom>
          <a:solidFill>
            <a:srgbClr val="EFF6FF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63240" y="190195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Jun 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0" y="1847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Definition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40480" y="21579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Wednesday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20840" y="2103120"/>
            <a:ext cx="2743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19385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Project Objectives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26080" y="2587752"/>
            <a:ext cx="6035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926080" y="2587752"/>
            <a:ext cx="54864" cy="685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63240" y="2697480"/>
            <a:ext cx="658368" cy="475488"/>
          </a:xfrm>
          <a:prstGeom prst="rect">
            <a:avLst/>
          </a:prstGeom>
          <a:solidFill>
            <a:srgbClr val="EFF6FF">
              <a:alpha val="8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63240" y="269748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Jun 04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40480" y="26426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Module Identification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840480" y="29535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Thursday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20840" y="2898648"/>
            <a:ext cx="2743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27340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Module List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926080" y="3383280"/>
            <a:ext cx="60350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926080" y="3383280"/>
            <a:ext cx="54864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63240" y="3493008"/>
            <a:ext cx="658368" cy="475488"/>
          </a:xfrm>
          <a:prstGeom prst="rect">
            <a:avLst/>
          </a:prstGeom>
          <a:solidFill>
            <a:srgbClr val="EFF6FF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63240" y="349300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Jun 05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840480" y="34381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 Preparation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840480" y="3749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Friday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720840" y="3694176"/>
            <a:ext cx="2743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35295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 Case Diagram Submission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926080" y="4178808"/>
            <a:ext cx="6035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926080" y="4178808"/>
            <a:ext cx="54864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063240" y="4288536"/>
            <a:ext cx="658368" cy="475488"/>
          </a:xfrm>
          <a:prstGeom prst="rect">
            <a:avLst/>
          </a:prstGeom>
          <a:solidFill>
            <a:srgbClr val="EFF6FF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63240" y="428853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Jun 06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840480" y="4233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Requirement Analysis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840480" y="4544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Saturday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20840" y="4489704"/>
            <a:ext cx="2743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66560" y="43251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Table List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01  ·  DAY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 Finalization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320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OUTPUT: Approved Project Title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188720"/>
            <a:ext cx="6400800" cy="1371600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234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Payroll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834640"/>
            <a:ext cx="260604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71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34930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Domain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283464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2834640"/>
            <a:ext cx="260604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971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91840" y="34930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Type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37490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Project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283464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834640"/>
            <a:ext cx="26060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971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26480" y="34930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Category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37490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Finance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Title reviewed and approved by project guide on Jun 01, 2025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JUN 02  ·  DAY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320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OUTPUT: Problem Statement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3716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15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organizations still manage employee salaries using Excel sheets or manual records.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leads to calculation errors, payslip delays, no audit trail, and poor data security.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Identified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1148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17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⚠️  Manual salary calculation errors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84448"/>
            <a:ext cx="41148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844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🕐  Delayed payslip generation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51376"/>
            <a:ext cx="41148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51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🔓  No role-based data security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017520"/>
            <a:ext cx="41148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017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📊  No analytics or payroll reports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584448"/>
            <a:ext cx="41148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5844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🏖️  Manual leave tracking process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4151376"/>
            <a:ext cx="41148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4151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📧  No automated payslip delivery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JUN 03  ·  DAY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Definition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0" y="320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OUTPUT: Project Objectives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11430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234440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1612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Payroll Processing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5270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salary calculations with one-click monthly payroll run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05156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051560"/>
            <a:ext cx="64008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10912" y="1234440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0912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96128" y="11612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96128" y="15270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system with separate Admin, HR Manager, and Employee portals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35000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50008"/>
            <a:ext cx="6400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2532888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24597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Payslip Generation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28254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and email professional payslips to every employee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35000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350008"/>
            <a:ext cx="64008" cy="1143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10912" y="2532888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96128" y="24597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 System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96128" y="28254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leave application, approval workflow, and balance tracking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648456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648456"/>
            <a:ext cx="6400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" y="3831336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15568" y="375818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15568" y="41239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Department-wise payroll costs, top earners, and exportable reports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648456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648456"/>
            <a:ext cx="64008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10912" y="3831336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10912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06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96128" y="375818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Authentication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596128" y="41239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authentication to protect all sensitive payroll data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JUN 04  ·  DAY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Module Identification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320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OUTPUT: Module List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Users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65760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64008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463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Admin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17465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Full system access, manage all users, departments, system settings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221992"/>
            <a:ext cx="365760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21992"/>
            <a:ext cx="64008" cy="6858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267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 HR Manager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2551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Manage employees, process payroll, approve leaves, send payslips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026664"/>
            <a:ext cx="365760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26664"/>
            <a:ext cx="64008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0723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🧑‍💼  Employee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" y="3355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View own profile, download payslips, apply &amp; track leaves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1417320"/>
            <a:ext cx="2057400" cy="74980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46304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0" y="18196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Authentication &amp; Security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66560" y="1417320"/>
            <a:ext cx="2057400" cy="74980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146304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66560" y="18196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Employee Management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2304288"/>
            <a:ext cx="2057400" cy="74980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23500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0" y="27066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Salary Structure Setup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304288"/>
            <a:ext cx="2057400" cy="74980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23500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🧾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766560" y="27066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Payroll Processing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0" y="3191256"/>
            <a:ext cx="2057400" cy="74980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323697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572000" y="35935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PDF Payslip Generation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66560" y="3191256"/>
            <a:ext cx="2057400" cy="74980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323697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🏖️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766560" y="35935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Leave Management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0" y="4078224"/>
            <a:ext cx="2057400" cy="74980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412394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572000" y="4480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Reports &amp; Analytics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0" y="4078224"/>
            <a:ext cx="2057400" cy="74980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412394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766560" y="4480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Email Notification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JUN 05  ·  DAY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 Preparation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0" y="320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OUTPUT: Use Case Diagram Submission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0" y="1005840"/>
            <a:ext cx="5029200" cy="393192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10058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Payroll Management System »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508760"/>
            <a:ext cx="173736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C"/>
                </a:solidFill>
              </a:rPr>
              <a:t>Login / Auth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12080" y="1508760"/>
            <a:ext cx="173736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C"/>
                </a:solidFill>
              </a:rPr>
              <a:t>Manage Employees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2240280"/>
            <a:ext cx="173736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C"/>
                </a:solidFill>
              </a:rPr>
              <a:t>Process Payroll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2240280"/>
            <a:ext cx="173736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C"/>
                </a:solidFill>
              </a:rPr>
              <a:t>Generate Payslips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2971800"/>
            <a:ext cx="173736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C"/>
                </a:solidFill>
              </a:rPr>
              <a:t>Approve Leaves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12080" y="2971800"/>
            <a:ext cx="173736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C"/>
                </a:solidFill>
              </a:rPr>
              <a:t>View Dashboard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3703320"/>
            <a:ext cx="173736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703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C"/>
                </a:solidFill>
              </a:rPr>
              <a:t>Apply for Leave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12080" y="3703320"/>
            <a:ext cx="173736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3703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C"/>
                </a:solidFill>
              </a:rPr>
              <a:t>Download Payslip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188720" y="1527048"/>
            <a:ext cx="329184" cy="329184"/>
          </a:xfrm>
          <a:prstGeom prst="ellipse">
            <a:avLst/>
          </a:prstGeom>
          <a:solidFill>
            <a:srgbClr val="EFF6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53312" y="1856232"/>
            <a:ext cx="0" cy="29260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70432" y="1947672"/>
            <a:ext cx="36576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53312" y="2148840"/>
            <a:ext cx="-164592" cy="29260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53312" y="2148840"/>
            <a:ext cx="164592" cy="29260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2496312"/>
            <a:ext cx="694944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249631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700784" y="1856232"/>
            <a:ext cx="86868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1188720" y="2395728"/>
            <a:ext cx="329184" cy="329184"/>
          </a:xfrm>
          <a:prstGeom prst="ellipse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53312" y="2724912"/>
            <a:ext cx="0" cy="292608"/>
          </a:xfrm>
          <a:prstGeom prst="line">
            <a:avLst/>
          </a:prstGeom>
          <a:noFill/>
          <a:ln w="12700">
            <a:solidFill>
              <a:srgbClr val="1E40A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70432" y="2816352"/>
            <a:ext cx="365760" cy="0"/>
          </a:xfrm>
          <a:prstGeom prst="line">
            <a:avLst/>
          </a:prstGeom>
          <a:noFill/>
          <a:ln w="12700">
            <a:solidFill>
              <a:srgbClr val="1E40A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53312" y="3017520"/>
            <a:ext cx="-164592" cy="292608"/>
          </a:xfrm>
          <a:prstGeom prst="line">
            <a:avLst/>
          </a:prstGeom>
          <a:noFill/>
          <a:ln w="12700">
            <a:solidFill>
              <a:srgbClr val="1E40A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53312" y="3017520"/>
            <a:ext cx="164592" cy="292608"/>
          </a:xfrm>
          <a:prstGeom prst="line">
            <a:avLst/>
          </a:prstGeom>
          <a:noFill/>
          <a:ln w="12700">
            <a:solidFill>
              <a:srgbClr val="1E40A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5840" y="3364992"/>
            <a:ext cx="694944" cy="2011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" y="336499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HR Mgr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00784" y="2724912"/>
            <a:ext cx="868680" cy="0"/>
          </a:xfrm>
          <a:prstGeom prst="line">
            <a:avLst/>
          </a:prstGeom>
          <a:noFill/>
          <a:ln w="12700">
            <a:solidFill>
              <a:srgbClr val="1E40AF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7635240" y="2761488"/>
            <a:ext cx="329184" cy="329184"/>
          </a:xfrm>
          <a:prstGeom prst="ellipse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99832" y="3090672"/>
            <a:ext cx="0" cy="292608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16952" y="3182112"/>
            <a:ext cx="36576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99832" y="3383280"/>
            <a:ext cx="-164592" cy="292608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99832" y="3383280"/>
            <a:ext cx="164592" cy="292608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43216" y="3730752"/>
            <a:ext cx="713232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43216" y="37307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Employee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49440" y="3090672"/>
            <a:ext cx="694944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274320" y="4206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Legend: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97280" y="4251960"/>
            <a:ext cx="822960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97280" y="4251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40AF"/>
                </a:solidFill>
              </a:rPr>
              <a:t>Use Case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103120" y="4352544"/>
            <a:ext cx="4572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2651760" y="4224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Association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JUN 06  ·  DAY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Requirement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OUTPUT: Table List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828800" cy="45720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🐘  PostgreSQL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Relational Database System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274320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27632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62763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👤  users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0482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🔑 user_id (PK)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313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🔗 emp_id (FK)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5786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  email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8437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  password_hash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1089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+ 2 more fields...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64408" y="1627632"/>
            <a:ext cx="274320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4408" y="1627632"/>
            <a:ext cx="2743200" cy="3840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62763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👥  employees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55848" y="20482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🔑 emp_id (PK)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55848" y="2313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  emp_code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55848" y="25786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  name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55848" y="28437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  email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55848" y="31089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+ 5 more fields...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08776" y="1627632"/>
            <a:ext cx="274320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08776" y="1627632"/>
            <a:ext cx="27432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162763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🏢  departments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0216" y="20482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🔑 dept_id (PK)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0216" y="2313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  dept_name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0216" y="25786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🔗 manager_id (FK)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337560"/>
            <a:ext cx="274320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337560"/>
            <a:ext cx="274320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333756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💰  salary_structure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1480" y="37581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🔑 salary_id (PK)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" y="40233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🔗 emp_id (FK)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" y="42885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  basic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45537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  hra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48188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+ 5 more fields...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64408" y="3337560"/>
            <a:ext cx="274320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64408" y="3337560"/>
            <a:ext cx="27432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333756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🧾  payroll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355848" y="37581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🔑 payroll_id (PK)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55848" y="40233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🔗 emp_id (FK)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55848" y="42885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  month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355848" y="45537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  year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355848" y="48188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+ 4 more fields...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08776" y="3337560"/>
            <a:ext cx="274320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08776" y="3337560"/>
            <a:ext cx="27432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81928" y="333756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🏖️  leaves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00216" y="37581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🔑 leave_id (PK)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00216" y="40233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🔗 emp_id (FK)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00216" y="42885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  leave_type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300216" y="45537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  from_date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300216" y="48188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+ 4 more fields...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00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🔑 Primary Key    🔗 Foreign Key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60604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957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563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React.js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Bootstrap 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21305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Chart.js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24140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Axios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51560"/>
            <a:ext cx="260604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17957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563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Java 17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10128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Spring Boot 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10128" y="21305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Spring Security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10128" y="24140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REST API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10515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051560"/>
            <a:ext cx="26060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17957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44768" y="1563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PostgreSQL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44768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Spring Data JPA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44768" y="21305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Hibernate ORM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44768" y="24140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SQL Migrations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990088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990088"/>
            <a:ext cx="260604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11810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" y="3502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JWT Tokens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" y="37856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Role-Based Auth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" y="4069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BCrypt Hashing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" y="43525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CORS Config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0" y="2990088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2990088"/>
            <a:ext cx="26060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311810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Features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10128" y="3502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iText PDF Gen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10128" y="37856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JavaMailSender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10128" y="4069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QR Code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310128" y="43525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Excel Export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35040" y="2990088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0" y="2990088"/>
            <a:ext cx="260604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311810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Tools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144768" y="3502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Maven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144768" y="37856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Postman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44768" y="4069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VS Code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144768" y="43525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IntelliJ IDEA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6A"/>
          </a:solidFill>
          <a:ln w="12700">
            <a:solidFill>
              <a:srgbClr val="162F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6675120" cy="937260"/>
          </a:xfrm>
          <a:prstGeom prst="rect">
            <a:avLst/>
          </a:prstGeom>
          <a:solidFill>
            <a:srgbClr val="162F6A"/>
          </a:solidFill>
          <a:ln w="12700">
            <a:solidFill>
              <a:srgbClr val="162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463040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1 SUMMARY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02412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Progress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60934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96112" y="2468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01  ·  Title Finalized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2514600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514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05072" y="2468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02  ·  Problem Statement Ready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96112" y="3017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03  ·  Objectives Defined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3063240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05072" y="3017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04  ·  Modules Identified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96112" y="35661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05  ·  Use Case Diagram Submitted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0" y="3611880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05072" y="35661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06  ·  Database Tables Listed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2793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 Tasks Completed  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1371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4944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Questions?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4944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BCE"/>
                </a:solidFill>
              </a:rPr>
              <a:t>V.S.B. Engineering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ABCE"/>
                </a:solidFill>
              </a:rPr>
              <a:t>College, Karur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Payroll Management System</dc:title>
  <dc:subject>PptxGenJS Presentation</dc:subject>
  <dc:creator>V.S.B. Engineering College</dc:creator>
  <cp:lastModifiedBy>V.S.B. Engineering College</cp:lastModifiedBy>
  <cp:revision>1</cp:revision>
  <dcterms:created xsi:type="dcterms:W3CDTF">2026-06-04T04:32:25Z</dcterms:created>
  <dcterms:modified xsi:type="dcterms:W3CDTF">2026-06-04T04:32:25Z</dcterms:modified>
</cp:coreProperties>
</file>